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2A3738-1E73-49A6-8417-59B0FA57068A}" v="29" dt="2026-08-03T18:47:54.9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reti, Megha" userId="a2dadc9e-e96f-4fd2-89dd-29dbaffb86ce" providerId="ADAL" clId="{27A43BBC-9F9F-411B-AA2A-E45858A17D85}"/>
    <pc:docChg chg="undo custSel addSld modSld sldOrd modMainMaster">
      <pc:chgData name="Upreti, Megha" userId="a2dadc9e-e96f-4fd2-89dd-29dbaffb86ce" providerId="ADAL" clId="{27A43BBC-9F9F-411B-AA2A-E45858A17D85}" dt="2026-08-03T18:52:25.190" v="629" actId="20577"/>
      <pc:docMkLst>
        <pc:docMk/>
      </pc:docMkLst>
      <pc:sldChg chg="addSp delSp modSp mod">
        <pc:chgData name="Upreti, Megha" userId="a2dadc9e-e96f-4fd2-89dd-29dbaffb86ce" providerId="ADAL" clId="{27A43BBC-9F9F-411B-AA2A-E45858A17D85}" dt="2026-08-03T18:52:25.190" v="629" actId="20577"/>
        <pc:sldMkLst>
          <pc:docMk/>
          <pc:sldMk cId="3939890851" sldId="256"/>
        </pc:sldMkLst>
        <pc:spChg chg="add mod">
          <ac:chgData name="Upreti, Megha" userId="a2dadc9e-e96f-4fd2-89dd-29dbaffb86ce" providerId="ADAL" clId="{27A43BBC-9F9F-411B-AA2A-E45858A17D85}" dt="2026-08-03T18:25:37.226" v="443" actId="20577"/>
          <ac:spMkLst>
            <pc:docMk/>
            <pc:sldMk cId="3939890851" sldId="256"/>
            <ac:spMk id="5" creationId="{3126612E-03DF-90FE-753E-1F81ED08AB1C}"/>
          </ac:spMkLst>
        </pc:spChg>
        <pc:spChg chg="add mod">
          <ac:chgData name="Upreti, Megha" userId="a2dadc9e-e96f-4fd2-89dd-29dbaffb86ce" providerId="ADAL" clId="{27A43BBC-9F9F-411B-AA2A-E45858A17D85}" dt="2026-08-03T18:19:56.721" v="255" actId="20577"/>
          <ac:spMkLst>
            <pc:docMk/>
            <pc:sldMk cId="3939890851" sldId="256"/>
            <ac:spMk id="6" creationId="{7E702C78-7A67-34B1-27D2-49D1472D76E0}"/>
          </ac:spMkLst>
        </pc:spChg>
        <pc:spChg chg="add del mod">
          <ac:chgData name="Upreti, Megha" userId="a2dadc9e-e96f-4fd2-89dd-29dbaffb86ce" providerId="ADAL" clId="{27A43BBC-9F9F-411B-AA2A-E45858A17D85}" dt="2026-08-03T18:23:31.105" v="299"/>
          <ac:spMkLst>
            <pc:docMk/>
            <pc:sldMk cId="3939890851" sldId="256"/>
            <ac:spMk id="7" creationId="{CDFBFB0B-05CD-B5B2-02D6-A163FF6B84AB}"/>
          </ac:spMkLst>
        </pc:spChg>
        <pc:spChg chg="add del mod">
          <ac:chgData name="Upreti, Megha" userId="a2dadc9e-e96f-4fd2-89dd-29dbaffb86ce" providerId="ADAL" clId="{27A43BBC-9F9F-411B-AA2A-E45858A17D85}" dt="2026-08-03T18:22:41.988" v="267" actId="478"/>
          <ac:spMkLst>
            <pc:docMk/>
            <pc:sldMk cId="3939890851" sldId="256"/>
            <ac:spMk id="8" creationId="{7F6ED9F7-CF61-5E13-8749-6789600C7ABA}"/>
          </ac:spMkLst>
        </pc:spChg>
        <pc:spChg chg="add del mod">
          <ac:chgData name="Upreti, Megha" userId="a2dadc9e-e96f-4fd2-89dd-29dbaffb86ce" providerId="ADAL" clId="{27A43BBC-9F9F-411B-AA2A-E45858A17D85}" dt="2026-08-03T18:22:43.176" v="268" actId="478"/>
          <ac:spMkLst>
            <pc:docMk/>
            <pc:sldMk cId="3939890851" sldId="256"/>
            <ac:spMk id="9" creationId="{49A6D73F-5B72-C49A-E69F-B4C68AFCFF2D}"/>
          </ac:spMkLst>
        </pc:spChg>
        <pc:spChg chg="add del mod">
          <ac:chgData name="Upreti, Megha" userId="a2dadc9e-e96f-4fd2-89dd-29dbaffb86ce" providerId="ADAL" clId="{27A43BBC-9F9F-411B-AA2A-E45858A17D85}" dt="2026-08-03T18:22:48.438" v="270" actId="478"/>
          <ac:spMkLst>
            <pc:docMk/>
            <pc:sldMk cId="3939890851" sldId="256"/>
            <ac:spMk id="10" creationId="{BEB32FF8-590D-2768-495B-BF75471299D4}"/>
          </ac:spMkLst>
        </pc:spChg>
        <pc:spChg chg="add del mod">
          <ac:chgData name="Upreti, Megha" userId="a2dadc9e-e96f-4fd2-89dd-29dbaffb86ce" providerId="ADAL" clId="{27A43BBC-9F9F-411B-AA2A-E45858A17D85}" dt="2026-08-03T18:22:38.683" v="265" actId="478"/>
          <ac:spMkLst>
            <pc:docMk/>
            <pc:sldMk cId="3939890851" sldId="256"/>
            <ac:spMk id="11" creationId="{C65E5D6F-0CA3-4D53-1082-208CAAA0F080}"/>
          </ac:spMkLst>
        </pc:spChg>
        <pc:spChg chg="add del mod">
          <ac:chgData name="Upreti, Megha" userId="a2dadc9e-e96f-4fd2-89dd-29dbaffb86ce" providerId="ADAL" clId="{27A43BBC-9F9F-411B-AA2A-E45858A17D85}" dt="2026-08-03T18:22:40.368" v="266" actId="478"/>
          <ac:spMkLst>
            <pc:docMk/>
            <pc:sldMk cId="3939890851" sldId="256"/>
            <ac:spMk id="12" creationId="{1679A5D9-2606-1CD2-CBBF-16ED4C03237E}"/>
          </ac:spMkLst>
        </pc:spChg>
        <pc:spChg chg="add del mod">
          <ac:chgData name="Upreti, Megha" userId="a2dadc9e-e96f-4fd2-89dd-29dbaffb86ce" providerId="ADAL" clId="{27A43BBC-9F9F-411B-AA2A-E45858A17D85}" dt="2026-08-03T18:22:36.994" v="264" actId="478"/>
          <ac:spMkLst>
            <pc:docMk/>
            <pc:sldMk cId="3939890851" sldId="256"/>
            <ac:spMk id="13" creationId="{CAE36EBC-5A59-CC1B-D6A2-8EDC9DD00619}"/>
          </ac:spMkLst>
        </pc:spChg>
        <pc:spChg chg="add del mod">
          <ac:chgData name="Upreti, Megha" userId="a2dadc9e-e96f-4fd2-89dd-29dbaffb86ce" providerId="ADAL" clId="{27A43BBC-9F9F-411B-AA2A-E45858A17D85}" dt="2026-08-03T18:22:35.841" v="263" actId="478"/>
          <ac:spMkLst>
            <pc:docMk/>
            <pc:sldMk cId="3939890851" sldId="256"/>
            <ac:spMk id="14" creationId="{4E8DCD95-630D-C0B9-1593-A9707EF230E9}"/>
          </ac:spMkLst>
        </pc:spChg>
        <pc:spChg chg="add del mod">
          <ac:chgData name="Upreti, Megha" userId="a2dadc9e-e96f-4fd2-89dd-29dbaffb86ce" providerId="ADAL" clId="{27A43BBC-9F9F-411B-AA2A-E45858A17D85}" dt="2026-08-03T18:25:05.229" v="400" actId="21"/>
          <ac:spMkLst>
            <pc:docMk/>
            <pc:sldMk cId="3939890851" sldId="256"/>
            <ac:spMk id="15" creationId="{BECD59E6-E025-E5AB-6B60-E7C1E2FEB033}"/>
          </ac:spMkLst>
        </pc:spChg>
        <pc:spChg chg="add del mod">
          <ac:chgData name="Upreti, Megha" userId="a2dadc9e-e96f-4fd2-89dd-29dbaffb86ce" providerId="ADAL" clId="{27A43BBC-9F9F-411B-AA2A-E45858A17D85}" dt="2026-08-03T18:25:14.644" v="401" actId="21"/>
          <ac:spMkLst>
            <pc:docMk/>
            <pc:sldMk cId="3939890851" sldId="256"/>
            <ac:spMk id="16" creationId="{6EEF7F36-6084-493E-839D-219985C5D6C5}"/>
          </ac:spMkLst>
        </pc:spChg>
        <pc:spChg chg="add del mod">
          <ac:chgData name="Upreti, Megha" userId="a2dadc9e-e96f-4fd2-89dd-29dbaffb86ce" providerId="ADAL" clId="{27A43BBC-9F9F-411B-AA2A-E45858A17D85}" dt="2026-08-03T18:25:20.255" v="402" actId="21"/>
          <ac:spMkLst>
            <pc:docMk/>
            <pc:sldMk cId="3939890851" sldId="256"/>
            <ac:spMk id="17" creationId="{FD0DDDFA-9516-156A-4C47-7BDB9905AE4B}"/>
          </ac:spMkLst>
        </pc:spChg>
        <pc:spChg chg="add del mod">
          <ac:chgData name="Upreti, Megha" userId="a2dadc9e-e96f-4fd2-89dd-29dbaffb86ce" providerId="ADAL" clId="{27A43BBC-9F9F-411B-AA2A-E45858A17D85}" dt="2026-08-03T18:22:16.024" v="259" actId="478"/>
          <ac:spMkLst>
            <pc:docMk/>
            <pc:sldMk cId="3939890851" sldId="256"/>
            <ac:spMk id="18" creationId="{AD4C53C7-7D91-A1DC-346F-046E0D7E8738}"/>
          </ac:spMkLst>
        </pc:spChg>
        <pc:spChg chg="add del mod">
          <ac:chgData name="Upreti, Megha" userId="a2dadc9e-e96f-4fd2-89dd-29dbaffb86ce" providerId="ADAL" clId="{27A43BBC-9F9F-411B-AA2A-E45858A17D85}" dt="2026-08-03T18:22:11.149" v="256" actId="478"/>
          <ac:spMkLst>
            <pc:docMk/>
            <pc:sldMk cId="3939890851" sldId="256"/>
            <ac:spMk id="19" creationId="{2EA138F7-F76A-CFC6-365E-69879B057F12}"/>
          </ac:spMkLst>
        </pc:spChg>
        <pc:spChg chg="add del mod">
          <ac:chgData name="Upreti, Megha" userId="a2dadc9e-e96f-4fd2-89dd-29dbaffb86ce" providerId="ADAL" clId="{27A43BBC-9F9F-411B-AA2A-E45858A17D85}" dt="2026-08-03T18:22:13.090" v="257" actId="478"/>
          <ac:spMkLst>
            <pc:docMk/>
            <pc:sldMk cId="3939890851" sldId="256"/>
            <ac:spMk id="20" creationId="{BDDA0021-6050-0D1E-0A57-D6805ECC6EE8}"/>
          </ac:spMkLst>
        </pc:spChg>
        <pc:spChg chg="add del mod">
          <ac:chgData name="Upreti, Megha" userId="a2dadc9e-e96f-4fd2-89dd-29dbaffb86ce" providerId="ADAL" clId="{27A43BBC-9F9F-411B-AA2A-E45858A17D85}" dt="2026-08-03T18:22:14.585" v="258" actId="478"/>
          <ac:spMkLst>
            <pc:docMk/>
            <pc:sldMk cId="3939890851" sldId="256"/>
            <ac:spMk id="21" creationId="{E7CDBAF8-1C19-34A5-73B6-7DF55DEC235C}"/>
          </ac:spMkLst>
        </pc:spChg>
        <pc:spChg chg="add del mod">
          <ac:chgData name="Upreti, Megha" userId="a2dadc9e-e96f-4fd2-89dd-29dbaffb86ce" providerId="ADAL" clId="{27A43BBC-9F9F-411B-AA2A-E45858A17D85}" dt="2026-08-03T16:41:10.189" v="162" actId="478"/>
          <ac:spMkLst>
            <pc:docMk/>
            <pc:sldMk cId="3939890851" sldId="256"/>
            <ac:spMk id="23" creationId="{735C370C-9FF4-7797-FE6A-6BCCB947FD7D}"/>
          </ac:spMkLst>
        </pc:spChg>
        <pc:spChg chg="add del mod">
          <ac:chgData name="Upreti, Megha" userId="a2dadc9e-e96f-4fd2-89dd-29dbaffb86ce" providerId="ADAL" clId="{27A43BBC-9F9F-411B-AA2A-E45858A17D85}" dt="2026-08-03T18:22:28.732" v="261" actId="478"/>
          <ac:spMkLst>
            <pc:docMk/>
            <pc:sldMk cId="3939890851" sldId="256"/>
            <ac:spMk id="24" creationId="{1B474015-24DB-309F-28A0-8AD21D898438}"/>
          </ac:spMkLst>
        </pc:spChg>
        <pc:spChg chg="add mod">
          <ac:chgData name="Upreti, Megha" userId="a2dadc9e-e96f-4fd2-89dd-29dbaffb86ce" providerId="ADAL" clId="{27A43BBC-9F9F-411B-AA2A-E45858A17D85}" dt="2026-08-03T18:24:41.177" v="396" actId="20577"/>
          <ac:spMkLst>
            <pc:docMk/>
            <pc:sldMk cId="3939890851" sldId="256"/>
            <ac:spMk id="26" creationId="{00347AA9-6DC4-EDBE-C1D1-C7DA9AB05B2E}"/>
          </ac:spMkLst>
        </pc:spChg>
        <pc:graphicFrameChg chg="add del mod modGraphic">
          <ac:chgData name="Upreti, Megha" userId="a2dadc9e-e96f-4fd2-89dd-29dbaffb86ce" providerId="ADAL" clId="{27A43BBC-9F9F-411B-AA2A-E45858A17D85}" dt="2026-08-03T18:40:56.698" v="537" actId="478"/>
          <ac:graphicFrameMkLst>
            <pc:docMk/>
            <pc:sldMk cId="3939890851" sldId="256"/>
            <ac:graphicFrameMk id="25" creationId="{A350DEF3-2887-2B27-81D9-09F37779FDB9}"/>
          </ac:graphicFrameMkLst>
        </pc:graphicFrameChg>
        <pc:graphicFrameChg chg="add del mod modGraphic">
          <ac:chgData name="Upreti, Megha" userId="a2dadc9e-e96f-4fd2-89dd-29dbaffb86ce" providerId="ADAL" clId="{27A43BBC-9F9F-411B-AA2A-E45858A17D85}" dt="2026-08-03T18:47:52.106" v="579" actId="478"/>
          <ac:graphicFrameMkLst>
            <pc:docMk/>
            <pc:sldMk cId="3939890851" sldId="256"/>
            <ac:graphicFrameMk id="27" creationId="{1130D0E6-49CE-38C8-53E3-B2288E5F361C}"/>
          </ac:graphicFrameMkLst>
        </pc:graphicFrameChg>
        <pc:graphicFrameChg chg="add mod modGraphic">
          <ac:chgData name="Upreti, Megha" userId="a2dadc9e-e96f-4fd2-89dd-29dbaffb86ce" providerId="ADAL" clId="{27A43BBC-9F9F-411B-AA2A-E45858A17D85}" dt="2026-08-03T18:52:25.190" v="629" actId="20577"/>
          <ac:graphicFrameMkLst>
            <pc:docMk/>
            <pc:sldMk cId="3939890851" sldId="256"/>
            <ac:graphicFrameMk id="28" creationId="{14DEF103-1C29-4E0D-8882-B6D5CF21F40C}"/>
          </ac:graphicFrameMkLst>
        </pc:graphicFrameChg>
        <pc:picChg chg="add del mod">
          <ac:chgData name="Upreti, Megha" userId="a2dadc9e-e96f-4fd2-89dd-29dbaffb86ce" providerId="ADAL" clId="{27A43BBC-9F9F-411B-AA2A-E45858A17D85}" dt="2026-08-03T16:39:43.907" v="125" actId="478"/>
          <ac:picMkLst>
            <pc:docMk/>
            <pc:sldMk cId="3939890851" sldId="256"/>
            <ac:picMk id="4" creationId="{C2ED0330-F656-7C35-1251-3BC6C349413D}"/>
          </ac:picMkLst>
        </pc:picChg>
      </pc:sldChg>
      <pc:sldChg chg="modSp new mod ord">
        <pc:chgData name="Upreti, Megha" userId="a2dadc9e-e96f-4fd2-89dd-29dbaffb86ce" providerId="ADAL" clId="{27A43BBC-9F9F-411B-AA2A-E45858A17D85}" dt="2026-08-03T18:29:27.952" v="530" actId="313"/>
        <pc:sldMkLst>
          <pc:docMk/>
          <pc:sldMk cId="1838212185" sldId="257"/>
        </pc:sldMkLst>
        <pc:spChg chg="mod">
          <ac:chgData name="Upreti, Megha" userId="a2dadc9e-e96f-4fd2-89dd-29dbaffb86ce" providerId="ADAL" clId="{27A43BBC-9F9F-411B-AA2A-E45858A17D85}" dt="2026-08-03T18:29:20.023" v="528" actId="122"/>
          <ac:spMkLst>
            <pc:docMk/>
            <pc:sldMk cId="1838212185" sldId="257"/>
            <ac:spMk id="2" creationId="{3FCC38D2-C946-BDF6-C997-A4141A4FB48A}"/>
          </ac:spMkLst>
        </pc:spChg>
        <pc:spChg chg="mod">
          <ac:chgData name="Upreti, Megha" userId="a2dadc9e-e96f-4fd2-89dd-29dbaffb86ce" providerId="ADAL" clId="{27A43BBC-9F9F-411B-AA2A-E45858A17D85}" dt="2026-08-03T18:29:27.952" v="530" actId="313"/>
          <ac:spMkLst>
            <pc:docMk/>
            <pc:sldMk cId="1838212185" sldId="257"/>
            <ac:spMk id="3" creationId="{3DBC9031-B252-2257-39F2-5668C2BD1DFF}"/>
          </ac:spMkLst>
        </pc:spChg>
      </pc:sldChg>
      <pc:sldMasterChg chg="addSp delSp modSp mod modSldLayout">
        <pc:chgData name="Upreti, Megha" userId="a2dadc9e-e96f-4fd2-89dd-29dbaffb86ce" providerId="ADAL" clId="{27A43BBC-9F9F-411B-AA2A-E45858A17D85}" dt="2026-08-03T16:39:37.031" v="123"/>
        <pc:sldMasterMkLst>
          <pc:docMk/>
          <pc:sldMasterMk cId="2850538702" sldId="2147483648"/>
        </pc:sldMasterMkLst>
        <pc:spChg chg="del">
          <ac:chgData name="Upreti, Megha" userId="a2dadc9e-e96f-4fd2-89dd-29dbaffb86ce" providerId="ADAL" clId="{27A43BBC-9F9F-411B-AA2A-E45858A17D85}" dt="2026-08-03T16:33:33.799" v="0" actId="478"/>
          <ac:spMkLst>
            <pc:docMk/>
            <pc:sldMasterMk cId="2850538702" sldId="2147483648"/>
            <ac:spMk id="6" creationId="{3C31B614-CADC-FB6E-7D9B-5E853133CC21}"/>
          </ac:spMkLst>
        </pc:spChg>
        <pc:spChg chg="del">
          <ac:chgData name="Upreti, Megha" userId="a2dadc9e-e96f-4fd2-89dd-29dbaffb86ce" providerId="ADAL" clId="{27A43BBC-9F9F-411B-AA2A-E45858A17D85}" dt="2026-08-03T16:33:33.799" v="0" actId="478"/>
          <ac:spMkLst>
            <pc:docMk/>
            <pc:sldMasterMk cId="2850538702" sldId="2147483648"/>
            <ac:spMk id="7" creationId="{FB0D3029-A539-6633-1AF9-8BC608D6E2B0}"/>
          </ac:spMkLst>
        </pc:spChg>
        <pc:picChg chg="add mod">
          <ac:chgData name="Upreti, Megha" userId="a2dadc9e-e96f-4fd2-89dd-29dbaffb86ce" providerId="ADAL" clId="{27A43BBC-9F9F-411B-AA2A-E45858A17D85}" dt="2026-08-03T16:39:37.031" v="123"/>
          <ac:picMkLst>
            <pc:docMk/>
            <pc:sldMasterMk cId="2850538702" sldId="2147483648"/>
            <ac:picMk id="8" creationId="{F28FA7CA-F909-9C3B-F75F-EECC700DD569}"/>
          </ac:picMkLst>
        </pc:picChg>
        <pc:sldLayoutChg chg="addSp modSp">
          <pc:chgData name="Upreti, Megha" userId="a2dadc9e-e96f-4fd2-89dd-29dbaffb86ce" providerId="ADAL" clId="{27A43BBC-9F9F-411B-AA2A-E45858A17D85}" dt="2026-08-03T16:39:30.058" v="122"/>
          <pc:sldLayoutMkLst>
            <pc:docMk/>
            <pc:sldMasterMk cId="2850538702" sldId="2147483648"/>
            <pc:sldLayoutMk cId="573491715" sldId="2147483649"/>
          </pc:sldLayoutMkLst>
          <pc:picChg chg="add mod">
            <ac:chgData name="Upreti, Megha" userId="a2dadc9e-e96f-4fd2-89dd-29dbaffb86ce" providerId="ADAL" clId="{27A43BBC-9F9F-411B-AA2A-E45858A17D85}" dt="2026-08-03T16:39:30.058" v="122"/>
            <ac:picMkLst>
              <pc:docMk/>
              <pc:sldMasterMk cId="2850538702" sldId="2147483648"/>
              <pc:sldLayoutMk cId="573491715" sldId="2147483649"/>
              <ac:picMk id="7" creationId="{E84FA770-3D14-E72F-86F1-5BAFA16C15FC}"/>
            </ac:picMkLst>
          </pc:pic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85BFB-DB30-3302-B2B1-332D7B929F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412D58-9A17-B103-AAE2-0CE277AD20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23D0F8-1FD3-5C55-669D-7AC8E06A645B}"/>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5" name="Footer Placeholder 4">
            <a:extLst>
              <a:ext uri="{FF2B5EF4-FFF2-40B4-BE49-F238E27FC236}">
                <a16:creationId xmlns:a16="http://schemas.microsoft.com/office/drawing/2014/main" id="{462F4B8A-3214-D689-FB3A-74F1AAB2C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F8FF7E-E280-C69B-3DAE-64610617BF86}"/>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pic>
        <p:nvPicPr>
          <p:cNvPr id="7" name="Picture 6" descr="image.png">
            <a:extLst>
              <a:ext uri="{FF2B5EF4-FFF2-40B4-BE49-F238E27FC236}">
                <a16:creationId xmlns:a16="http://schemas.microsoft.com/office/drawing/2014/main" id="{E84FA770-3D14-E72F-86F1-5BAFA16C15FC}"/>
              </a:ext>
            </a:extLst>
          </p:cNvPr>
          <p:cNvPicPr>
            <a:picLocks noChangeAspect="1"/>
          </p:cNvPicPr>
          <p:nvPr userDrawn="1"/>
        </p:nvPicPr>
        <p:blipFill>
          <a:blip r:embed="rId2"/>
          <a:stretch>
            <a:fillRect/>
          </a:stretch>
        </p:blipFill>
        <p:spPr>
          <a:xfrm>
            <a:off x="-68826" y="0"/>
            <a:ext cx="12260826" cy="7385446"/>
          </a:xfrm>
          <a:prstGeom prst="rect">
            <a:avLst/>
          </a:prstGeom>
        </p:spPr>
      </p:pic>
    </p:spTree>
    <p:extLst>
      <p:ext uri="{BB962C8B-B14F-4D97-AF65-F5344CB8AC3E}">
        <p14:creationId xmlns:p14="http://schemas.microsoft.com/office/powerpoint/2010/main" val="573491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B5A6C-B2DD-84BA-ADE1-0EF2F235DC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4D54BA-0815-777C-CCAA-4FA094A9BB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518FF8-D77C-C957-3546-21896569A352}"/>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5" name="Footer Placeholder 4">
            <a:extLst>
              <a:ext uri="{FF2B5EF4-FFF2-40B4-BE49-F238E27FC236}">
                <a16:creationId xmlns:a16="http://schemas.microsoft.com/office/drawing/2014/main" id="{6B37A2C0-8E24-BE83-0B10-3A1E0E6B03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DCA26C-FDEC-9ABF-FF17-252E6443DE66}"/>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3149687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7582-6995-2A2B-3228-C2B73FDCC4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F6F1F9-64C9-0B2C-B29B-48AC584980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853FB9-5A63-1AB5-F1F1-B49302BA6077}"/>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5" name="Footer Placeholder 4">
            <a:extLst>
              <a:ext uri="{FF2B5EF4-FFF2-40B4-BE49-F238E27FC236}">
                <a16:creationId xmlns:a16="http://schemas.microsoft.com/office/drawing/2014/main" id="{27A21526-2DA3-DC42-0C80-AE27A6CDDD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629704-FA8B-6FE5-DF92-55DF5B14781D}"/>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76877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531C1-AF62-917B-ADD0-CC5F451D8E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85CEE1-71D1-1E6B-0DED-56B96CA89C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E52BDC-F12C-592B-35A9-F7EFF9FB1C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C28A07-6B61-9324-CD7E-655E90C93D31}"/>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6" name="Footer Placeholder 5">
            <a:extLst>
              <a:ext uri="{FF2B5EF4-FFF2-40B4-BE49-F238E27FC236}">
                <a16:creationId xmlns:a16="http://schemas.microsoft.com/office/drawing/2014/main" id="{869B311A-3DA8-E4F6-7FE4-0BF9F388C2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1FA04F-EAEA-4F76-F046-9E9EFEA2A8E9}"/>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487803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9C0A-E214-0161-F3AB-E29778B4B2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490324-57A8-4035-162F-61B4CEF29D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264063-20A9-7635-DE3B-126A885CE2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164683-5911-CF75-6995-7BCD42981C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F46990-EEC0-7485-E082-AAA509E68E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15C69E-B164-06A3-C30A-F128F66AF2A0}"/>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8" name="Footer Placeholder 7">
            <a:extLst>
              <a:ext uri="{FF2B5EF4-FFF2-40B4-BE49-F238E27FC236}">
                <a16:creationId xmlns:a16="http://schemas.microsoft.com/office/drawing/2014/main" id="{BD6F6484-60C5-FDBE-166B-13D691BBF9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218F12-897E-436D-F537-2227FDB0DE50}"/>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794570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AEE96-AE37-35B3-8702-52D7AED9D1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7F918F-71A0-9D43-625D-BE7BB78CDD13}"/>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4" name="Footer Placeholder 3">
            <a:extLst>
              <a:ext uri="{FF2B5EF4-FFF2-40B4-BE49-F238E27FC236}">
                <a16:creationId xmlns:a16="http://schemas.microsoft.com/office/drawing/2014/main" id="{264A6E24-87D9-9D7D-E926-BEC0A4F753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951F19-586F-AFD1-281B-1A9982950B75}"/>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512397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68EFED-221F-74A5-02F5-D49FD4D089CD}"/>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3" name="Footer Placeholder 2">
            <a:extLst>
              <a:ext uri="{FF2B5EF4-FFF2-40B4-BE49-F238E27FC236}">
                <a16:creationId xmlns:a16="http://schemas.microsoft.com/office/drawing/2014/main" id="{7EF820DE-3F72-6CFF-D150-FE346D0DF6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4E89B2-D114-E7BB-B9AE-30FDBD4E3AAA}"/>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2212265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7CF77-585E-E576-56C1-7B5A805E5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2F5EB6-D6A4-F245-A7F1-F6425BEF6D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7E7042-22C3-623A-DA4D-210EA1F30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391C74-F790-C15E-8199-92E9BCF2035C}"/>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6" name="Footer Placeholder 5">
            <a:extLst>
              <a:ext uri="{FF2B5EF4-FFF2-40B4-BE49-F238E27FC236}">
                <a16:creationId xmlns:a16="http://schemas.microsoft.com/office/drawing/2014/main" id="{37F09AAB-1604-F1E7-FA8B-477D4D4318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2A3ADE-BEFC-1853-663F-FC61FC1EE134}"/>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142086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4206C-DCBE-DEDC-3303-EDB21DBC4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86ABB2-C337-66A7-0DF4-61A5FA9706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033A46-3806-1DA7-9978-10CB83999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CD5FC4-FDB3-C2C0-F738-6E98B628E410}"/>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6" name="Footer Placeholder 5">
            <a:extLst>
              <a:ext uri="{FF2B5EF4-FFF2-40B4-BE49-F238E27FC236}">
                <a16:creationId xmlns:a16="http://schemas.microsoft.com/office/drawing/2014/main" id="{7B166307-FD70-81D6-76DA-EA347B05E7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F8B62F-C943-4138-73EA-075AF0D2771F}"/>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601273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CD44-0F64-E5BE-D4B0-AEDB1B154A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BC322C-23AA-16F5-8A81-0B6DF3E489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69DEB4-0D5E-0DD6-D65E-2ED2FC448421}"/>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5" name="Footer Placeholder 4">
            <a:extLst>
              <a:ext uri="{FF2B5EF4-FFF2-40B4-BE49-F238E27FC236}">
                <a16:creationId xmlns:a16="http://schemas.microsoft.com/office/drawing/2014/main" id="{C480B9C5-1075-5C91-FAD9-0E2E223119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F6F731-B845-E77D-815A-3F3F562D5288}"/>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405313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3DEDB4-AA11-8F46-A289-B385D4C11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92997B-A6C3-8178-E106-68EA5DD870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77E28C-A5BD-45AE-9BFF-DA508D27BDF5}"/>
              </a:ext>
            </a:extLst>
          </p:cNvPr>
          <p:cNvSpPr>
            <a:spLocks noGrp="1"/>
          </p:cNvSpPr>
          <p:nvPr>
            <p:ph type="dt" sz="half" idx="10"/>
          </p:nvPr>
        </p:nvSpPr>
        <p:spPr/>
        <p:txBody>
          <a:bodyPr/>
          <a:lstStyle/>
          <a:p>
            <a:fld id="{0F728EAC-A07D-48BD-BD6D-591DC842D8E2}" type="datetimeFigureOut">
              <a:rPr lang="en-IN" smtClean="0"/>
              <a:t>03-08-2026</a:t>
            </a:fld>
            <a:endParaRPr lang="en-IN"/>
          </a:p>
        </p:txBody>
      </p:sp>
      <p:sp>
        <p:nvSpPr>
          <p:cNvPr id="5" name="Footer Placeholder 4">
            <a:extLst>
              <a:ext uri="{FF2B5EF4-FFF2-40B4-BE49-F238E27FC236}">
                <a16:creationId xmlns:a16="http://schemas.microsoft.com/office/drawing/2014/main" id="{FA4CD7F1-BEF5-2B5F-C5CC-B13DA2ED4F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C0E239-F2C8-9B7A-93B8-69CD94004589}"/>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264378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DBDB63-83CD-F7FE-FF1F-214635758B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7A0CD4-3375-15DB-3D44-7FA417637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09D36B-CC60-E291-E8EB-550F73A1DB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728EAC-A07D-48BD-BD6D-591DC842D8E2}" type="datetimeFigureOut">
              <a:rPr lang="en-IN" smtClean="0"/>
              <a:t>03-08-2026</a:t>
            </a:fld>
            <a:endParaRPr lang="en-IN"/>
          </a:p>
        </p:txBody>
      </p:sp>
      <p:sp>
        <p:nvSpPr>
          <p:cNvPr id="5" name="Footer Placeholder 4">
            <a:extLst>
              <a:ext uri="{FF2B5EF4-FFF2-40B4-BE49-F238E27FC236}">
                <a16:creationId xmlns:a16="http://schemas.microsoft.com/office/drawing/2014/main" id="{806E9551-FC65-2E4B-26A6-D4EF379BAA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pic>
        <p:nvPicPr>
          <p:cNvPr id="8" name="Picture 7" descr="image.png">
            <a:extLst>
              <a:ext uri="{FF2B5EF4-FFF2-40B4-BE49-F238E27FC236}">
                <a16:creationId xmlns:a16="http://schemas.microsoft.com/office/drawing/2014/main" id="{F28FA7CA-F909-9C3B-F75F-EECC700DD569}"/>
              </a:ext>
            </a:extLst>
          </p:cNvPr>
          <p:cNvPicPr>
            <a:picLocks noChangeAspect="1"/>
          </p:cNvPicPr>
          <p:nvPr userDrawn="1"/>
        </p:nvPicPr>
        <p:blipFill>
          <a:blip r:embed="rId13"/>
          <a:stretch>
            <a:fillRect/>
          </a:stretch>
        </p:blipFill>
        <p:spPr>
          <a:xfrm>
            <a:off x="-68826" y="0"/>
            <a:ext cx="12260826" cy="7385446"/>
          </a:xfrm>
          <a:prstGeom prst="rect">
            <a:avLst/>
          </a:prstGeom>
        </p:spPr>
      </p:pic>
    </p:spTree>
    <p:extLst>
      <p:ext uri="{BB962C8B-B14F-4D97-AF65-F5344CB8AC3E}">
        <p14:creationId xmlns:p14="http://schemas.microsoft.com/office/powerpoint/2010/main" val="2850538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C38D2-C946-BDF6-C997-A4141A4FB48A}"/>
              </a:ext>
            </a:extLst>
          </p:cNvPr>
          <p:cNvSpPr>
            <a:spLocks noGrp="1"/>
          </p:cNvSpPr>
          <p:nvPr>
            <p:ph type="title"/>
          </p:nvPr>
        </p:nvSpPr>
        <p:spPr>
          <a:xfrm>
            <a:off x="162046" y="520861"/>
            <a:ext cx="11423247" cy="3020991"/>
          </a:xfrm>
        </p:spPr>
        <p:txBody>
          <a:bodyPr>
            <a:normAutofit/>
          </a:bodyPr>
          <a:lstStyle/>
          <a:p>
            <a:pPr algn="ctr"/>
            <a:r>
              <a:rPr lang="en-IN" sz="3600" dirty="0"/>
              <a:t>Dynamic Urgency Framework: Maximizing                                             Conversion Without Compromising Trust</a:t>
            </a:r>
          </a:p>
        </p:txBody>
      </p:sp>
      <p:sp>
        <p:nvSpPr>
          <p:cNvPr id="3" name="Content Placeholder 2">
            <a:extLst>
              <a:ext uri="{FF2B5EF4-FFF2-40B4-BE49-F238E27FC236}">
                <a16:creationId xmlns:a16="http://schemas.microsoft.com/office/drawing/2014/main" id="{3DBC9031-B252-2257-39F2-5668C2BD1DFF}"/>
              </a:ext>
            </a:extLst>
          </p:cNvPr>
          <p:cNvSpPr>
            <a:spLocks noGrp="1"/>
          </p:cNvSpPr>
          <p:nvPr>
            <p:ph idx="1"/>
          </p:nvPr>
        </p:nvSpPr>
        <p:spPr>
          <a:xfrm>
            <a:off x="838200" y="2815542"/>
            <a:ext cx="10515600" cy="613458"/>
          </a:xfrm>
        </p:spPr>
        <p:txBody>
          <a:bodyPr>
            <a:normAutofit fontScale="85000" lnSpcReduction="10000"/>
          </a:bodyPr>
          <a:lstStyle/>
          <a:p>
            <a:pPr marL="0" indent="0">
              <a:buNone/>
            </a:pPr>
            <a:r>
              <a:rPr lang="en-IN" dirty="0"/>
              <a:t>An Advanced Behavioural &amp; Pricing Analysis across 5 Key Markets (Q4 2016)</a:t>
            </a:r>
          </a:p>
        </p:txBody>
      </p:sp>
    </p:spTree>
    <p:extLst>
      <p:ext uri="{BB962C8B-B14F-4D97-AF65-F5344CB8AC3E}">
        <p14:creationId xmlns:p14="http://schemas.microsoft.com/office/powerpoint/2010/main" val="1838212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26612E-03DF-90FE-753E-1F81ED08AB1C}"/>
              </a:ext>
            </a:extLst>
          </p:cNvPr>
          <p:cNvSpPr txBox="1"/>
          <p:nvPr/>
        </p:nvSpPr>
        <p:spPr>
          <a:xfrm>
            <a:off x="237203" y="248264"/>
            <a:ext cx="10165326" cy="415755"/>
          </a:xfrm>
          <a:prstGeom prst="rect">
            <a:avLst/>
          </a:prstGeom>
          <a:noFill/>
        </p:spPr>
        <p:txBody>
          <a:bodyPr wrap="square" lIns="0" tIns="0" rIns="0" bIns="0" anchor="t">
            <a:spAutoFit/>
          </a:bodyPr>
          <a:lstStyle/>
          <a:p>
            <a:pPr algn="l">
              <a:lnSpc>
                <a:spcPts val="3420"/>
              </a:lnSpc>
            </a:pPr>
            <a:r>
              <a:rPr lang="en-IN" sz="2400" b="1" i="0" u="none" dirty="0">
                <a:solidFill>
                  <a:srgbClr val="0F172A"/>
                </a:solidFill>
                <a:latin typeface="+mj-lt"/>
              </a:rPr>
              <a:t>                                       </a:t>
            </a:r>
            <a:r>
              <a:rPr sz="2400" b="1" i="0" u="none" dirty="0">
                <a:solidFill>
                  <a:srgbClr val="0F172A"/>
                </a:solidFill>
                <a:latin typeface="+mj-lt"/>
              </a:rPr>
              <a:t>Executive</a:t>
            </a:r>
            <a:r>
              <a:rPr lang="en-IN" sz="2400" b="1" i="0" u="none" dirty="0">
                <a:solidFill>
                  <a:srgbClr val="0F172A"/>
                </a:solidFill>
                <a:latin typeface="+mj-lt"/>
              </a:rPr>
              <a:t> Summary</a:t>
            </a:r>
            <a:r>
              <a:rPr sz="2400" b="1" i="0" u="none" dirty="0">
                <a:solidFill>
                  <a:srgbClr val="0F172A"/>
                </a:solidFill>
                <a:latin typeface="+mj-lt"/>
              </a:rPr>
              <a:t>: Urgency &amp; Market Analytics</a:t>
            </a:r>
          </a:p>
        </p:txBody>
      </p:sp>
      <p:sp>
        <p:nvSpPr>
          <p:cNvPr id="6" name="Rectangle 5">
            <a:extLst>
              <a:ext uri="{FF2B5EF4-FFF2-40B4-BE49-F238E27FC236}">
                <a16:creationId xmlns:a16="http://schemas.microsoft.com/office/drawing/2014/main" id="{7E702C78-7A67-34B1-27D2-49D1472D76E0}"/>
              </a:ext>
            </a:extLst>
          </p:cNvPr>
          <p:cNvSpPr/>
          <p:nvPr/>
        </p:nvSpPr>
        <p:spPr>
          <a:xfrm>
            <a:off x="237203" y="754966"/>
            <a:ext cx="11512345" cy="865004"/>
          </a:xfrm>
          <a:prstGeom prst="rect">
            <a:avLst/>
          </a:prstGeom>
          <a:solidFill>
            <a:schemeClr val="bg1">
              <a:alpha val="2313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rPr>
              <a:t>To maximize booking conversions without eroding customer trust, Agoda must move beyond Static Urgency (blanket countdown timers and generic "Prices rising!" badges). Static messaging causes consumer fatigue, skepticism, and cart abandonment when prices do not align with reality.</a:t>
            </a:r>
          </a:p>
          <a:p>
            <a:r>
              <a:rPr lang="en-US" sz="1100" dirty="0">
                <a:solidFill>
                  <a:schemeClr val="tx1"/>
                </a:solidFill>
              </a:rPr>
              <a:t>By conducting an exhaustive Exploratory Data Analysis (EDA) on 49,064 bookings across five diverse markets, we uncover distinct price-velocity curves and booking behavior horizons. Based on these empirical findings, we establish Three Umbrella Categories for our urgency messaging strategy. This framework empowers senior leadership to deploy targeted behavioral triggers precisely where they maximize conversion lift.</a:t>
            </a:r>
            <a:endParaRPr lang="en-IN" sz="1100" dirty="0">
              <a:solidFill>
                <a:schemeClr val="tx1"/>
              </a:solidFill>
            </a:endParaRPr>
          </a:p>
        </p:txBody>
      </p:sp>
      <p:sp>
        <p:nvSpPr>
          <p:cNvPr id="26" name="Rectangle 1">
            <a:extLst>
              <a:ext uri="{FF2B5EF4-FFF2-40B4-BE49-F238E27FC236}">
                <a16:creationId xmlns:a16="http://schemas.microsoft.com/office/drawing/2014/main" id="{00347AA9-6DC4-EDBE-C1D1-C7DA9AB05B2E}"/>
              </a:ext>
            </a:extLst>
          </p:cNvPr>
          <p:cNvSpPr>
            <a:spLocks noChangeArrowheads="1"/>
          </p:cNvSpPr>
          <p:nvPr/>
        </p:nvSpPr>
        <p:spPr bwMode="auto">
          <a:xfrm>
            <a:off x="1527858" y="2034451"/>
            <a:ext cx="703740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latin typeface="Google Sans"/>
              </a:rPr>
              <a:t>                                                           </a:t>
            </a:r>
            <a:r>
              <a:rPr kumimoji="0" lang="en-US" altLang="en-US" sz="1200" b="1" i="0" u="none" strike="noStrike" cap="none" normalizeH="0" baseline="0" dirty="0">
                <a:ln>
                  <a:noFill/>
                </a:ln>
                <a:solidFill>
                  <a:schemeClr val="tx1"/>
                </a:solidFill>
                <a:effectLst/>
                <a:latin typeface="Google Sans"/>
              </a:rPr>
              <a:t>The Three Umbrella Categories for Urgency Messaging</a:t>
            </a:r>
          </a:p>
          <a:p>
            <a:pPr eaLnBrk="0" fontAlgn="base" hangingPunct="0">
              <a:spcBef>
                <a:spcPct val="0"/>
              </a:spcBef>
              <a:spcAft>
                <a:spcPct val="0"/>
              </a:spcAft>
            </a:pPr>
            <a:r>
              <a:rPr kumimoji="0" lang="en-US" altLang="en-US" sz="800" b="0" i="0" u="none" strike="noStrike" cap="none" normalizeH="0" baseline="0" dirty="0">
                <a:ln>
                  <a:noFill/>
                </a:ln>
                <a:solidFill>
                  <a:schemeClr val="tx1"/>
                </a:solidFill>
                <a:effectLst/>
                <a:latin typeface="Google Sans Text"/>
              </a:rPr>
              <a:t>                                           </a:t>
            </a:r>
            <a:r>
              <a:rPr kumimoji="0" lang="en-US" altLang="en-US" sz="800" b="1" i="0" u="none" strike="noStrike" cap="none" normalizeH="0" baseline="0" dirty="0">
                <a:ln>
                  <a:noFill/>
                </a:ln>
                <a:solidFill>
                  <a:schemeClr val="tx1"/>
                </a:solidFill>
                <a:effectLst/>
                <a:latin typeface="Google Sans Text"/>
              </a:rPr>
              <a:t>To translate these analytical findings into an executive presentation, we categorize the booking ecosystem into three strategic pillars</a:t>
            </a:r>
            <a:endParaRPr kumimoji="0" lang="en-US" altLang="en-US" sz="12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Google Sans Tex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8" name="Table 27">
            <a:extLst>
              <a:ext uri="{FF2B5EF4-FFF2-40B4-BE49-F238E27FC236}">
                <a16:creationId xmlns:a16="http://schemas.microsoft.com/office/drawing/2014/main" id="{14DEF103-1C29-4E0D-8882-B6D5CF21F40C}"/>
              </a:ext>
            </a:extLst>
          </p:cNvPr>
          <p:cNvGraphicFramePr>
            <a:graphicFrameLocks noGrp="1"/>
          </p:cNvGraphicFramePr>
          <p:nvPr>
            <p:extLst>
              <p:ext uri="{D42A27DB-BD31-4B8C-83A1-F6EECF244321}">
                <p14:modId xmlns:p14="http://schemas.microsoft.com/office/powerpoint/2010/main" val="1718358783"/>
              </p:ext>
            </p:extLst>
          </p:nvPr>
        </p:nvGraphicFramePr>
        <p:xfrm>
          <a:off x="326703" y="2586085"/>
          <a:ext cx="11028820" cy="4167168"/>
        </p:xfrm>
        <a:graphic>
          <a:graphicData uri="http://schemas.openxmlformats.org/drawingml/2006/table">
            <a:tbl>
              <a:tblPr/>
              <a:tblGrid>
                <a:gridCol w="2205764">
                  <a:extLst>
                    <a:ext uri="{9D8B030D-6E8A-4147-A177-3AD203B41FA5}">
                      <a16:colId xmlns:a16="http://schemas.microsoft.com/office/drawing/2014/main" val="4028526264"/>
                    </a:ext>
                  </a:extLst>
                </a:gridCol>
                <a:gridCol w="2205764">
                  <a:extLst>
                    <a:ext uri="{9D8B030D-6E8A-4147-A177-3AD203B41FA5}">
                      <a16:colId xmlns:a16="http://schemas.microsoft.com/office/drawing/2014/main" val="700532035"/>
                    </a:ext>
                  </a:extLst>
                </a:gridCol>
                <a:gridCol w="2205764">
                  <a:extLst>
                    <a:ext uri="{9D8B030D-6E8A-4147-A177-3AD203B41FA5}">
                      <a16:colId xmlns:a16="http://schemas.microsoft.com/office/drawing/2014/main" val="449752868"/>
                    </a:ext>
                  </a:extLst>
                </a:gridCol>
                <a:gridCol w="2205764">
                  <a:extLst>
                    <a:ext uri="{9D8B030D-6E8A-4147-A177-3AD203B41FA5}">
                      <a16:colId xmlns:a16="http://schemas.microsoft.com/office/drawing/2014/main" val="1119921978"/>
                    </a:ext>
                  </a:extLst>
                </a:gridCol>
                <a:gridCol w="2205764">
                  <a:extLst>
                    <a:ext uri="{9D8B030D-6E8A-4147-A177-3AD203B41FA5}">
                      <a16:colId xmlns:a16="http://schemas.microsoft.com/office/drawing/2014/main" val="3495703371"/>
                    </a:ext>
                  </a:extLst>
                </a:gridCol>
              </a:tblGrid>
              <a:tr h="272890">
                <a:tc>
                  <a:txBody>
                    <a:bodyPr/>
                    <a:lstStyle/>
                    <a:p>
                      <a:pPr>
                        <a:buNone/>
                      </a:pPr>
                      <a:r>
                        <a:rPr lang="en-IN" sz="1000" b="1" baseline="0">
                          <a:effectLst/>
                          <a:latin typeface="Google Sans Text"/>
                        </a:rPr>
                        <a:t>Umbrella Category</a:t>
                      </a:r>
                      <a:endParaRPr lang="en-IN" sz="1000" baseline="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1" baseline="0">
                          <a:effectLst/>
                          <a:latin typeface="Google Sans Text"/>
                        </a:rPr>
                        <a:t>Defining Criteria (Multi-Dimensional Rules)</a:t>
                      </a:r>
                      <a:endParaRPr lang="en-IN" sz="1000" baseline="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1" baseline="0">
                          <a:effectLst/>
                          <a:latin typeface="Google Sans Text"/>
                        </a:rPr>
                        <a:t>Market &amp; Property Profile</a:t>
                      </a:r>
                      <a:endParaRPr lang="en-IN" sz="1000" baseline="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1" baseline="0" dirty="0">
                          <a:effectLst/>
                          <a:latin typeface="Google Sans Text"/>
                        </a:rPr>
                        <a:t>Data Reality (Median ADR &amp; Volume)</a:t>
                      </a:r>
                      <a:endParaRPr lang="en-IN" sz="1000" baseline="0" dirty="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1" baseline="0">
                          <a:effectLst/>
                          <a:latin typeface="Google Sans Text"/>
                        </a:rPr>
                        <a:t>Targeted Urgency Execution</a:t>
                      </a:r>
                      <a:endParaRPr lang="en-IN" sz="1000" baseline="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239596875"/>
                  </a:ext>
                </a:extLst>
              </a:tr>
              <a:tr h="906699">
                <a:tc>
                  <a:txBody>
                    <a:bodyPr/>
                    <a:lstStyle/>
                    <a:p>
                      <a:pPr>
                        <a:buNone/>
                      </a:pPr>
                      <a:r>
                        <a:rPr lang="en-IN" sz="1000" b="1" baseline="0">
                          <a:effectLst/>
                          <a:latin typeface="Google Sans Text"/>
                        </a:rPr>
                        <a:t>Pillar I: Velocity &amp; Scarcity Window</a:t>
                      </a:r>
                      <a:endParaRPr lang="en-IN" sz="1000" baseline="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dirty="0">
                          <a:effectLst/>
                          <a:latin typeface="Google Sans Text"/>
                        </a:rPr>
                        <a:t>• Lead Time: 0–7 Days</a:t>
                      </a:r>
                    </a:p>
                    <a:p>
                      <a:pPr>
                        <a:buNone/>
                      </a:pPr>
                      <a:br>
                        <a:rPr lang="en-IN" sz="1000" baseline="0" dirty="0">
                          <a:effectLst/>
                          <a:latin typeface="Google Sans Text"/>
                        </a:rPr>
                      </a:br>
                      <a:endParaRPr lang="en-IN" sz="1000" baseline="0" dirty="0">
                        <a:effectLst/>
                        <a:latin typeface="Google Sans Text"/>
                      </a:endParaRPr>
                    </a:p>
                    <a:p>
                      <a:pPr>
                        <a:buNone/>
                      </a:pPr>
                      <a:r>
                        <a:rPr lang="en-IN" sz="1000" baseline="0" dirty="0">
                          <a:effectLst/>
                          <a:latin typeface="Google Sans Text"/>
                        </a:rPr>
                        <a:t>• Scope: All Cities</a:t>
                      </a:r>
                    </a:p>
                    <a:p>
                      <a:pPr>
                        <a:buNone/>
                      </a:pPr>
                      <a:br>
                        <a:rPr lang="en-IN" sz="1000" baseline="0" dirty="0">
                          <a:effectLst/>
                          <a:latin typeface="Google Sans Text"/>
                        </a:rPr>
                      </a:br>
                      <a:endParaRPr lang="en-IN" sz="1000" baseline="0" dirty="0">
                        <a:effectLst/>
                        <a:latin typeface="Google Sans Text"/>
                      </a:endParaRPr>
                    </a:p>
                    <a:p>
                      <a:pPr>
                        <a:buNone/>
                      </a:pPr>
                      <a:r>
                        <a:rPr lang="en-IN" sz="1000" baseline="0" dirty="0">
                          <a:effectLst/>
                          <a:latin typeface="Google Sans Text"/>
                        </a:rPr>
                        <a:t>• Focus: Budget to Mid-Scale &amp; High-Velocity Chain/Non-Chain</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dirty="0">
                          <a:effectLst/>
                          <a:latin typeface="Google Sans Text"/>
                        </a:rPr>
                        <a:t>Dominates leisure-heavy &amp; budget markets (City A, City B, City E, where 52-58% of bookings occur here).</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dirty="0">
                          <a:effectLst/>
                          <a:latin typeface="Google Sans Text"/>
                        </a:rPr>
                        <a:t>• Volume: 47.86%</a:t>
                      </a:r>
                      <a:br>
                        <a:rPr lang="en-IN" sz="1000" baseline="0" dirty="0">
                          <a:effectLst/>
                          <a:latin typeface="Google Sans Text"/>
                        </a:rPr>
                      </a:br>
                      <a:endParaRPr lang="en-IN" sz="1000" baseline="0" dirty="0">
                        <a:effectLst/>
                        <a:latin typeface="Google Sans Text"/>
                      </a:endParaRPr>
                    </a:p>
                    <a:p>
                      <a:pPr>
                        <a:buNone/>
                      </a:pPr>
                      <a:r>
                        <a:rPr lang="en-IN" sz="1000" baseline="0" dirty="0">
                          <a:effectLst/>
                          <a:latin typeface="Google Sans Text"/>
                        </a:rPr>
                        <a:t>• Median ADR: $99.36</a:t>
                      </a:r>
                    </a:p>
                    <a:p>
                      <a:pPr>
                        <a:buNone/>
                      </a:pPr>
                      <a:br>
                        <a:rPr lang="en-IN" sz="1000" baseline="0" dirty="0">
                          <a:effectLst/>
                          <a:latin typeface="Google Sans Text"/>
                        </a:rPr>
                      </a:br>
                      <a:endParaRPr lang="en-IN" sz="1000" baseline="0" dirty="0">
                        <a:effectLst/>
                        <a:latin typeface="Google Sans Text"/>
                      </a:endParaRPr>
                    </a:p>
                    <a:p>
                      <a:pPr>
                        <a:buNone/>
                      </a:pPr>
                      <a:r>
                        <a:rPr lang="en-IN" sz="1000" baseline="0" dirty="0">
                          <a:effectLst/>
                          <a:latin typeface="Google Sans Text"/>
                        </a:rPr>
                        <a:t>• Non-chain median</a:t>
                      </a:r>
                      <a:r>
                        <a:rPr lang="en-IN" sz="1000" baseline="0">
                          <a:effectLst/>
                          <a:latin typeface="Google Sans Text"/>
                        </a:rPr>
                        <a:t>: $83.00</a:t>
                      </a:r>
                      <a:endParaRPr lang="en-IN" sz="1000" baseline="0" dirty="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1" baseline="0">
                          <a:effectLst/>
                          <a:latin typeface="Google Sans Text"/>
                        </a:rPr>
                        <a:t>Scarcity &amp; Availability Triggers</a:t>
                      </a:r>
                      <a:endParaRPr lang="en-IN" sz="1000" baseline="0">
                        <a:effectLst/>
                        <a:latin typeface="Google Sans Text"/>
                      </a:endParaRPr>
                    </a:p>
                    <a:p>
                      <a:pPr>
                        <a:buNone/>
                      </a:pPr>
                      <a:br>
                        <a:rPr lang="en-IN" sz="1000" baseline="0">
                          <a:effectLst/>
                          <a:latin typeface="Google Sans Text"/>
                        </a:rPr>
                      </a:br>
                      <a:endParaRPr lang="en-IN" sz="1000" baseline="0">
                        <a:effectLst/>
                        <a:latin typeface="Google Sans Text"/>
                      </a:endParaRPr>
                    </a:p>
                    <a:p>
                      <a:pPr>
                        <a:buNone/>
                      </a:pPr>
                      <a:r>
                        <a:rPr lang="en-IN" sz="1000" i="1" baseline="0">
                          <a:effectLst/>
                          <a:latin typeface="Google Sans Text"/>
                        </a:rPr>
                        <a:t>“Only 2 rooms left at this price!”</a:t>
                      </a:r>
                      <a:r>
                        <a:rPr lang="en-IN" sz="1000" baseline="0">
                          <a:effectLst/>
                          <a:latin typeface="Google Sans Text"/>
                        </a:rPr>
                        <a:t> (Triggered on Property Page &amp; Booking Form to combat inventory dumping).</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687357249"/>
                  </a:ext>
                </a:extLst>
              </a:tr>
              <a:tr h="906699">
                <a:tc>
                  <a:txBody>
                    <a:bodyPr/>
                    <a:lstStyle/>
                    <a:p>
                      <a:pPr>
                        <a:buNone/>
                      </a:pPr>
                      <a:r>
                        <a:rPr lang="en-IN" sz="1000" b="1" baseline="0">
                          <a:effectLst/>
                          <a:latin typeface="Google Sans Text"/>
                        </a:rPr>
                        <a:t>Pillar II: Rate Protection Horizon</a:t>
                      </a:r>
                      <a:endParaRPr lang="en-IN" sz="1000" baseline="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dirty="0">
                          <a:effectLst/>
                          <a:latin typeface="Google Sans Text"/>
                        </a:rPr>
                        <a:t>• Lead Time: 8–30 Days</a:t>
                      </a:r>
                    </a:p>
                    <a:p>
                      <a:pPr>
                        <a:buNone/>
                      </a:pPr>
                      <a:br>
                        <a:rPr lang="en-IN" sz="1000" baseline="0" dirty="0">
                          <a:effectLst/>
                          <a:latin typeface="Google Sans Text"/>
                        </a:rPr>
                      </a:br>
                      <a:endParaRPr lang="en-IN" sz="1000" baseline="0" dirty="0">
                        <a:effectLst/>
                        <a:latin typeface="Google Sans Text"/>
                      </a:endParaRPr>
                    </a:p>
                    <a:p>
                      <a:pPr>
                        <a:buNone/>
                      </a:pPr>
                      <a:r>
                        <a:rPr lang="en-IN" sz="1000" baseline="0" dirty="0">
                          <a:effectLst/>
                          <a:latin typeface="Google Sans Text"/>
                        </a:rPr>
                        <a:t>• Scope: Corporate/Premium Hubs (City C, City D) &amp; Mid-to-Luxury Tiers </a:t>
                      </a:r>
                    </a:p>
                    <a:p>
                      <a:pPr>
                        <a:buNone/>
                      </a:pPr>
                      <a:r>
                        <a:rPr lang="en-IN" sz="1000" baseline="0" dirty="0">
                          <a:effectLst/>
                          <a:latin typeface="Google Sans Text"/>
                        </a:rPr>
                        <a:t>(3-5 star)</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a:effectLst/>
                          <a:latin typeface="Google Sans Text"/>
                        </a:rPr>
                        <a:t>High-value business destinations (City_C sees $42.3\%$ of its volume in this window; luxury median ADR hits $\$395+$).</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a:effectLst/>
                          <a:latin typeface="Google Sans Text"/>
                        </a:rPr>
                        <a:t>• Volume: $34.84\%$ ($17,091$ bookings)</a:t>
                      </a:r>
                    </a:p>
                    <a:p>
                      <a:pPr>
                        <a:buNone/>
                      </a:pPr>
                      <a:br>
                        <a:rPr lang="en-IN" sz="1000" baseline="0">
                          <a:effectLst/>
                          <a:latin typeface="Google Sans Text"/>
                        </a:rPr>
                      </a:br>
                      <a:endParaRPr lang="en-IN" sz="1000" baseline="0">
                        <a:effectLst/>
                        <a:latin typeface="Google Sans Text"/>
                      </a:endParaRPr>
                    </a:p>
                    <a:p>
                      <a:pPr>
                        <a:buNone/>
                      </a:pPr>
                      <a:r>
                        <a:rPr lang="en-IN" sz="1000" baseline="0">
                          <a:effectLst/>
                          <a:latin typeface="Google Sans Text"/>
                        </a:rPr>
                        <a:t>• Median ADR: $\$124.50$</a:t>
                      </a:r>
                    </a:p>
                    <a:p>
                      <a:pPr>
                        <a:buNone/>
                      </a:pPr>
                      <a:br>
                        <a:rPr lang="en-IN" sz="1000" baseline="0">
                          <a:effectLst/>
                          <a:latin typeface="Google Sans Text"/>
                        </a:rPr>
                      </a:br>
                      <a:endParaRPr lang="en-IN" sz="1000" baseline="0">
                        <a:effectLst/>
                        <a:latin typeface="Google Sans Text"/>
                      </a:endParaRPr>
                    </a:p>
                    <a:p>
                      <a:pPr>
                        <a:buNone/>
                      </a:pPr>
                      <a:r>
                        <a:rPr lang="en-IN" sz="1000" baseline="0">
                          <a:effectLst/>
                          <a:latin typeface="Google Sans Text"/>
                        </a:rPr>
                        <a:t>• Chain median: $\$175.20$</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1" baseline="0">
                          <a:effectLst/>
                          <a:latin typeface="Google Sans Text"/>
                        </a:rPr>
                        <a:t>Rate Lock &amp; Price-Rise Triggers</a:t>
                      </a:r>
                      <a:endParaRPr lang="en-IN" sz="1000" baseline="0">
                        <a:effectLst/>
                        <a:latin typeface="Google Sans Text"/>
                      </a:endParaRPr>
                    </a:p>
                    <a:p>
                      <a:pPr>
                        <a:buNone/>
                      </a:pPr>
                      <a:br>
                        <a:rPr lang="en-IN" sz="1000" baseline="0">
                          <a:effectLst/>
                          <a:latin typeface="Google Sans Text"/>
                        </a:rPr>
                      </a:br>
                      <a:endParaRPr lang="en-IN" sz="1000" baseline="0">
                        <a:effectLst/>
                        <a:latin typeface="Google Sans Text"/>
                      </a:endParaRPr>
                    </a:p>
                    <a:p>
                      <a:pPr>
                        <a:buNone/>
                      </a:pPr>
                      <a:r>
                        <a:rPr lang="en-IN" sz="1000" i="1" baseline="0">
                          <a:effectLst/>
                          <a:latin typeface="Google Sans Text"/>
                        </a:rPr>
                        <a:t>“Rates in [City_C] typically rise 15% next week. Lock in your rate today.”</a:t>
                      </a:r>
                      <a:r>
                        <a:rPr lang="en-IN" sz="1000" baseline="0">
                          <a:effectLst/>
                          <a:latin typeface="Google Sans Text"/>
                        </a:rPr>
                        <a:t> (Triggered on Search Results).</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893663247"/>
                  </a:ext>
                </a:extLst>
              </a:tr>
              <a:tr h="906699">
                <a:tc>
                  <a:txBody>
                    <a:bodyPr/>
                    <a:lstStyle/>
                    <a:p>
                      <a:pPr>
                        <a:buNone/>
                      </a:pPr>
                      <a:r>
                        <a:rPr lang="en-IN" sz="1000" b="1" baseline="0">
                          <a:effectLst/>
                          <a:latin typeface="Google Sans Text"/>
                        </a:rPr>
                        <a:t>Pillar III: Value &amp; Flexibility Horizon</a:t>
                      </a:r>
                      <a:endParaRPr lang="en-IN" sz="1000" baseline="0">
                        <a:effectLst/>
                        <a:latin typeface="Google Sans Text"/>
                      </a:endParaRP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dirty="0">
                          <a:effectLst/>
                          <a:latin typeface="Google Sans Text"/>
                        </a:rPr>
                        <a:t>• Lead Time: 31+ Days</a:t>
                      </a:r>
                    </a:p>
                    <a:p>
                      <a:pPr>
                        <a:buNone/>
                      </a:pPr>
                      <a:br>
                        <a:rPr lang="en-IN" sz="1000" baseline="0" dirty="0">
                          <a:effectLst/>
                          <a:latin typeface="Google Sans Text"/>
                        </a:rPr>
                      </a:br>
                      <a:endParaRPr lang="en-IN" sz="1000" baseline="0" dirty="0">
                        <a:effectLst/>
                        <a:latin typeface="Google Sans Text"/>
                      </a:endParaRPr>
                    </a:p>
                    <a:p>
                      <a:pPr>
                        <a:buNone/>
                      </a:pPr>
                      <a:r>
                        <a:rPr lang="en-IN" sz="1000" baseline="0" dirty="0">
                          <a:effectLst/>
                          <a:latin typeface="Google Sans Text"/>
                        </a:rPr>
                        <a:t>• Scope: Early Planners across all property types</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a:effectLst/>
                          <a:latin typeface="Google Sans Text"/>
                        </a:rPr>
                        <a:t>Premium planners and early-bird bookers ($27.6\%$ of City_C volume is far-out).</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aseline="0">
                          <a:effectLst/>
                          <a:latin typeface="Google Sans Text"/>
                        </a:rPr>
                        <a:t>• Volume: $17.31\%$ ($8,491$ bookings)</a:t>
                      </a:r>
                    </a:p>
                    <a:p>
                      <a:pPr>
                        <a:buNone/>
                      </a:pPr>
                      <a:br>
                        <a:rPr lang="en-IN" sz="1000" baseline="0">
                          <a:effectLst/>
                          <a:latin typeface="Google Sans Text"/>
                        </a:rPr>
                      </a:br>
                      <a:endParaRPr lang="en-IN" sz="1000" baseline="0">
                        <a:effectLst/>
                        <a:latin typeface="Google Sans Text"/>
                      </a:endParaRPr>
                    </a:p>
                    <a:p>
                      <a:pPr>
                        <a:buNone/>
                      </a:pPr>
                      <a:r>
                        <a:rPr lang="en-IN" sz="1000" baseline="0">
                          <a:effectLst/>
                          <a:latin typeface="Google Sans Text"/>
                        </a:rPr>
                        <a:t>• Median ADR: $\$137.66$</a:t>
                      </a:r>
                    </a:p>
                    <a:p>
                      <a:pPr>
                        <a:buNone/>
                      </a:pPr>
                      <a:br>
                        <a:rPr lang="en-IN" sz="1000" baseline="0">
                          <a:effectLst/>
                          <a:latin typeface="Google Sans Text"/>
                        </a:rPr>
                      </a:br>
                      <a:endParaRPr lang="en-IN" sz="1000" baseline="0">
                        <a:effectLst/>
                        <a:latin typeface="Google Sans Text"/>
                      </a:endParaRPr>
                    </a:p>
                    <a:p>
                      <a:pPr>
                        <a:buNone/>
                      </a:pPr>
                      <a:r>
                        <a:rPr lang="en-IN" sz="1000" baseline="0">
                          <a:effectLst/>
                          <a:latin typeface="Google Sans Text"/>
                        </a:rPr>
                        <a:t>• Max flexibility tier</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sz="1000" b="1" baseline="0" dirty="0">
                          <a:effectLst/>
                          <a:latin typeface="Google Sans Text"/>
                        </a:rPr>
                        <a:t>Flexibility &amp; Free Cancellation Assurance</a:t>
                      </a:r>
                      <a:endParaRPr lang="en-IN" sz="1000" baseline="0" dirty="0">
                        <a:effectLst/>
                        <a:latin typeface="Google Sans Text"/>
                      </a:endParaRPr>
                    </a:p>
                    <a:p>
                      <a:pPr>
                        <a:buNone/>
                      </a:pPr>
                      <a:br>
                        <a:rPr lang="en-IN" sz="1000" baseline="0" dirty="0">
                          <a:effectLst/>
                          <a:latin typeface="Google Sans Text"/>
                        </a:rPr>
                      </a:br>
                      <a:endParaRPr lang="en-IN" sz="1000" baseline="0" dirty="0">
                        <a:effectLst/>
                        <a:latin typeface="Google Sans Text"/>
                      </a:endParaRPr>
                    </a:p>
                    <a:p>
                      <a:pPr>
                        <a:buNone/>
                      </a:pPr>
                      <a:r>
                        <a:rPr lang="en-IN" sz="1000" i="1" baseline="0" dirty="0">
                          <a:effectLst/>
                          <a:latin typeface="Google Sans Text"/>
                        </a:rPr>
                        <a:t>“Secure free cancellation today before seasonal demand peaks.”</a:t>
                      </a:r>
                      <a:r>
                        <a:rPr lang="en-IN" sz="1000" baseline="0" dirty="0">
                          <a:effectLst/>
                          <a:latin typeface="Google Sans Text"/>
                        </a:rPr>
                        <a:t> (Triggered on Homepage).</a:t>
                      </a:r>
                    </a:p>
                  </a:txBody>
                  <a:tcPr marL="38394" marR="38394" marT="25596" marB="25596"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820127010"/>
                  </a:ext>
                </a:extLst>
              </a:tr>
            </a:tbl>
          </a:graphicData>
        </a:graphic>
      </p:graphicFrame>
    </p:spTree>
    <p:extLst>
      <p:ext uri="{BB962C8B-B14F-4D97-AF65-F5344CB8AC3E}">
        <p14:creationId xmlns:p14="http://schemas.microsoft.com/office/powerpoint/2010/main" val="3939890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495</Words>
  <Application>Microsoft Office PowerPoint</Application>
  <PresentationFormat>Widescreen</PresentationFormat>
  <Paragraphs>54</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Google Sans</vt:lpstr>
      <vt:lpstr>Google Sans Text</vt:lpstr>
      <vt:lpstr>Office Theme</vt:lpstr>
      <vt:lpstr>Dynamic Urgency Framework: Maximizing                                             Conversion Without Compromising Trust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Upreti, Megha</dc:creator>
  <cp:keywords>Alliance;LabelDefault;? ? ? ? ? ? ?</cp:keywords>
  <cp:lastModifiedBy>Upreti, Megha</cp:lastModifiedBy>
  <cp:revision>1</cp:revision>
  <dcterms:created xsi:type="dcterms:W3CDTF">2026-08-03T16:33:00Z</dcterms:created>
  <dcterms:modified xsi:type="dcterms:W3CDTF">2026-08-03T18:52:32Z</dcterms:modified>
  <cp:category>LabelDefault</cp:category>
</cp:coreProperties>
</file>